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9 · PRESENTACIÓN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Modelos de Regresión Continua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Predecir variables cuantitativas continuas (ej. cargos totales, permanencia o costos), evaluando supuestos y métricas de error.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Cambia la naturaleza del problema — de clasificar (Módulos 7-8) a estimar un valor numérico.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DIFERENCIAS ENTRE CLASIFICACIÓN (CUALITATIVO) Y REGRESIÓN (CUANTITATIVO)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Delimitación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9653"/>
                <a:gridCol w="4146383"/>
                <a:gridCol w="425549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Clasificación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Regresión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Variable objetivo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Categórica (churn: 0/1)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Continua (MonthlyCharges, tenure)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Salida del modelo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Clase o probabilidad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Valor numérico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Métricas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Accuracy, F1, AUC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MAE, RMSE, R²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Mismo dataset, pregunta distinta: en lugar de "¿este cliente se va?", ahora se pregunta "¿cuánto va a gastar/durar este cliente?".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ECUACIÓN GENERAL, COEFICIENTES E INTERPRETACIÓN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Regresión Lineal Múltiple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05156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48840"/>
            <a:ext cx="1043604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Y = β₀ + β₁X₁ + β₂X₂ + ... + βₙXₙ + 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09115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3D2B1E"/>
                </a:solidFill>
                <a:latin typeface="Calibri"/>
              </a:rPr>
              <a:t>Cada coeficiente βᵢ </a:t>
            </a:r>
            <a:r>
              <a:rPr sz="1600" b="0" i="0">
                <a:solidFill>
                  <a:srgbClr val="3D2B1E"/>
                </a:solidFill>
                <a:latin typeface="Calibri"/>
              </a:rPr>
              <a:t> representa el cambio esperado en Y por cada unidad de cambio en Xᵢ, manteniendo las demás variables constantes.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3D2B1E"/>
                </a:solidFill>
                <a:latin typeface="Calibri"/>
              </a:rPr>
              <a:t>Ejemplo de interpretación: </a:t>
            </a:r>
            <a:r>
              <a:rPr sz="1600" b="0" i="0">
                <a:solidFill>
                  <a:srgbClr val="3D2B1E"/>
                </a:solidFill>
                <a:latin typeface="Calibri"/>
              </a:rPr>
              <a:t> si β(tenure) = 2.3 al predecir MonthlyCharges, cada mes adicional de antigüedad se asocia con 2.3 unidades más de cargo mensual.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LINEALIDAD, HOMOCEDASTICIDAD, NORMALIDAD DE RESIDUOS Y NO MULTICOLINEALIDAD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Evaluación de supuestos estadísticos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6459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6_Regression.ipynb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import statsmodels.api as sm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X_sm = sm.add_constant(X_train)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modelo = sm.OLS(y_train, X_sm).fit()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print(modelo.summary())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581" y="3566160"/>
            <a:ext cx="7072532" cy="25146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_Regression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85" y="3712464"/>
            <a:ext cx="6779924" cy="2221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ERROR ABSOLUTO MEDIO (MAE) Y ERROR CUADRÁTICO MEDIO (MSE)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Métricas de error continuo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2307"/>
                <a:gridCol w="3819037"/>
                <a:gridCol w="491019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Característica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Σ|yᵢ − ŷᵢ| / 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Penaliza todos los errores por igual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Σ(yᵢ − ŷᵢ)² / 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Penaliza más los errores grandes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Elección práctica: MAE cuando los outliers no deben dominar la evaluación; MSE cuando los errores grandes son especialmente costosos de negocio.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INTERPRETACIÓN EN LAS MISMAS UNIDADES DE LA VARIABLE RESPUESTA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Raíz del Error Cuadrático Medio (RMSE)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05156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48840"/>
            <a:ext cx="1043604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RMSE = √MSE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09115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3D2B1E"/>
                </a:solidFill>
                <a:latin typeface="Calibri"/>
              </a:rPr>
              <a:t>A diferencia del MSE, </a:t>
            </a:r>
            <a:r>
              <a:rPr sz="1600" b="0" i="0">
                <a:solidFill>
                  <a:srgbClr val="3D2B1E"/>
                </a:solidFill>
                <a:latin typeface="Calibri"/>
              </a:rPr>
              <a:t> el RMSE se expresa en las mismas unidades que la variable predicha (ej. pesos, meses) — por eso es la métrica preferida al comunicar resultados a no técnicos.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3D2B1E"/>
                </a:solidFill>
                <a:latin typeface="Calibri"/>
              </a:rPr>
              <a:t>Ejemplo de lectura ejecutiva: </a:t>
            </a:r>
            <a:r>
              <a:rPr sz="1600" b="0" i="0">
                <a:solidFill>
                  <a:srgbClr val="3D2B1E"/>
                </a:solidFill>
                <a:latin typeface="Calibri"/>
              </a:rPr>
              <a:t> "El modelo se equivoca en promedio ±8.500 COP al estimar el cargo mensual de un cliente."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BONDAD DE AJUSTE DE LA VARIANZA EXPLICADA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Coeficiente de determinación (R² y R² ajustado)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R²: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proporción de la varianza de Y explicada por el modelo (0 a 1, donde 1 es ajuste perfecto).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R² Ajustado: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penaliza la inclusión de variables que no aportan poder explicativo real — imprescindible al comparar modelos con distinto número de predictores.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¿Por qué aquí el R² supera 0.99?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MonthlyCharges es casi una función determinística de los servicios contratados — no es un R² típico. En un problema real (costo de salud, ingreso de un hogar), 0.3–0.6 ya es un resultado útil; no tomes este ejercicio como referencia de cuánto "debería" dar tu R².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LASSO (L1) Y RIDGE (L2) PARA SELECCIÓN DE VARIABLES Y PENALIZACIÓN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Regresión regularizada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6_Regression.ipynb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from sklearn.linear_model import Lasso, Ridge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246120"/>
          <a:ext cx="10911535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2307"/>
                <a:gridCol w="4364614"/>
                <a:gridCol w="436461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Efecto sobre coeficientes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D2B1E"/>
                          </a:solidFill>
                          <a:latin typeface="Calibri"/>
                        </a:rPr>
                        <a:t>Ridge (L2)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Reduce magnitud, ninguno llega a 0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Multicolinealidad sin eliminar variables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D2B1E"/>
                          </a:solidFill>
                          <a:latin typeface="Calibri"/>
                        </a:rPr>
                        <a:t>Lasso (L1)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Puede llevar coeficientes a 0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6B5F4E"/>
                          </a:solidFill>
                          <a:latin typeface="Calibri"/>
                        </a:rPr>
                        <a:t>Selección automática de variables relevantes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DECISIONTREEREGRESSOR Y RANDOMFORESTREGRESSOR — SALIDA REAL DE 6_REGRESSION.IPYNB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Regresión con árboles y ensembles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1677" y="1783080"/>
            <a:ext cx="5848341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_Regression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981" y="1929384"/>
            <a:ext cx="5555733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Cada hoja predice un valor numérico (promedio del nodo), no una clase — capturan relaciones no lineales sin verificar supuestos estadísticos, a costa de perder la interpretabilidad de un coeficiente.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CÓMO EXPLICAR EL IMPACTO MARGINAL A UN COMITÉ EJECUTIVO O DIRECTOR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Traducción de coeficientes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9037"/>
                <a:gridCol w="709249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Lenguaje técnico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Traducción ejecutiva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β(tenure) = 2.3, p &lt; 0.05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"Cada mes adicional de permanencia incrementa el cargo mensual en $2.3, con alta confianza estadística"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R² = 0.65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"El modelo explica el 65% de la variación en los cargos mensuales de los clientes"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RMSE = $8.500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"En promedio, la estimación se desvía $8.500 del valor real"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ESTANCIA HOSPITALARIA, COSTOS MÉDICOS Y ESTIMACIÓN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Aplicaciones en Salud y Economía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Variable continua típica a predecir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Salud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Días de estancia hospitalaria, costo total de atención por episodio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Economía / Finanzas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Ingresos proyectados, monto de cartera en riesgo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Comunicación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Alcance esperado de una campaña, inversión óptima en pauta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 mismo marco de regresión lineal usado sobre MonthlyCharges es directamente trasladable a "costo de atención" o "duración de estancia" en un contexto clínico.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CRITERIOS PARA SELECCIONAR EL MEJOR REGRESOR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Resumen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7 · Regresión — Predicción de Variables Continuas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 la interpretabilidad ante un comité es prioritaria → Regresión Lineal / Lasso / Ridge.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 existe multicolinealidad severa → Ridge o Lasso, según se requiera selección de variables.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 la relación es claramente no lineal → Árboles o Random Forest Regressor.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Validar siempre con RMSE y R² Ajustado, nunca con una sola métrica aislada.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911535" cy="100584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714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41911"/>
                </a:solidFill>
                <a:latin typeface="Calibri"/>
              </a:rPr>
              <a:t>Siguiente módulo: </a:t>
            </a:r>
            <a:r>
              <a:rPr sz="1700" b="0" i="1">
                <a:solidFill>
                  <a:srgbClr val="241911"/>
                </a:solidFill>
                <a:latin typeface="Calibri"/>
              </a:rPr>
              <a:t>Clustering — de predecir con etiquetas conocidas a descubrir patrones sin etiquetas.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