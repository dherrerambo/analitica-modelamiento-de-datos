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10 · PRESENTACIÓN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Clustering y Segmentación No Supervisada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Descubrir estructuras y patrones ocultos sin etiquetas previas, segmentar observaciones y definir perfiles.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Primer contacto del seminario con aprendizaje no supervisado — sin variable objetivo (churn) guiando el proceso.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TRABAJAR CON DATOS NO ETIQUETADOS (X)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Fundamento del aprendizaje no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A diferencia de los Módulos 7-9,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aquí no existe un y conocido — el algoritmo encuentra estructura únicamente a partir de las variables predictoras (X).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La pregunta cambia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de "¿qué predigo?" a "¿qué grupos naturales existen en mis datos que yo no había definido de antemano?".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Aplicación directa: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en lugar de predecir churn, se buscan perfiles de clientes que comparten comportamiento similar.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CENTROIDES, ASIGNACIÓN E ITERACIÓN HASTA LA CONVERGENCIA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Algoritmo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83080"/>
            <a:ext cx="1025316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>
                <a:solidFill>
                  <a:srgbClr val="3D2B1E"/>
                </a:solidFill>
                <a:latin typeface="Calibri"/>
              </a:rPr>
              <a:t>Se eligen K centroides iniciales (al azar o mediante k-means++).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86584"/>
            <a:ext cx="384048" cy="384048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86584"/>
            <a:ext cx="1025316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>
                <a:solidFill>
                  <a:srgbClr val="3D2B1E"/>
                </a:solidFill>
                <a:latin typeface="Calibri"/>
              </a:rPr>
              <a:t>Cada observación se asigna al centroide más cercano.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90088"/>
            <a:ext cx="1025316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>
                <a:solidFill>
                  <a:srgbClr val="3D2B1E"/>
                </a:solidFill>
                <a:latin typeface="Calibri"/>
              </a:rPr>
              <a:t>Cada centroide se recalcula como el promedio de las observaciones asignadas.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93592"/>
            <a:ext cx="384048" cy="384048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911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593592"/>
            <a:ext cx="1025316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>
                <a:solidFill>
                  <a:srgbClr val="3D2B1E"/>
                </a:solidFill>
                <a:latin typeface="Calibri"/>
              </a:rPr>
              <a:t>Se repiten los pasos 2-3 hasta que los centroides dejan de moverse (convergencia).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0911535" cy="169164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458114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" y="458114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58114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6285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7_Clustering.ipynb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800600"/>
            <a:ext cx="10436047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from sklearn.cluster import KMeans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kmeans = KMeans(n_clusters=4, random_state=42, n_init='auto')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clusters = kmeans.fit_predict(X_scaled)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POR QUÉ STANDARDSCALER ES OBLIGATORIO EN CLUSTERING POR DISTANCIAS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La importancia crítica del escalamiento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K-Means agrupa observaciones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según distancia euclidiana — una variable en escala de miles (TotalCharges) dominaría completamente sobre una variable binaria (0/1) si no se escalan ambas al mismo rango.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Sin escalamiento previo,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el algoritmo no está agrupando por "similitud real", sino por la variable de mayor magnitud numérica.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Mismo principio del Módulo 6: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los modelos de distancia son sensibles a la escala, los árboles 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EL MÉTODO DEL CODO (ELBOW METHOD / INERCIA) — SALIDA REAL DE 7_CLUSTERING.IPYNB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Selección del número de clusters (K)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3608" y="1783080"/>
            <a:ext cx="6124479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_Clustering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12" y="1929384"/>
            <a:ext cx="5831871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La inercia decrece siempre al aumentar K. El "codo" (donde la reducción se vuelve marginal, ~k=4) sugiere el número de clusters con mejor balance entre simplicidad y ajuste.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INTERPRETACIÓN DEL GRADO DE SEPARACIÓN — SALIDA REAL DE 7_CLUSTERING.IPYNB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Validación matemática con coeficiente de silueta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9524" y="1783080"/>
            <a:ext cx="6012646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_Clustering_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828" y="1929384"/>
            <a:ext cx="5720038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Referencia (Kaufman &amp; Rousseeuw): &gt;0.5 fuerte, 0.25–0.5 razonable, &lt;0.25 sin estructura sustancial — el valor aquí (~0.14) cae ahí: útil como segmento de negocio, no como cluster muy separado.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INTRODUCCIÓN A DBSCAN Y CLUSTERING JERÁRQUICO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Alternativas de agrupamiento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763807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Algoritmo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Ventaja diferencial frente a K-Means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No requiere definir K a priori; detecta outliers como "ruido"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Clustering Jerárquico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Genera un dendrograma — permite explorar distintos niveles de granularidad sin reejecutar el algoritmo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DBSCAN es especialmente útil cuando se sospecha la existencia de clientes atípicos que no deberían forzarse dentro de ningún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CARACTERIZACIÓN DESCRIPTIVA DE CADA GRUPO MEDIANTE AGREGACIÓN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Perfilamiento de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7_Clustering.ipynb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df.groupby('cluster')[['tenure', 'MonthlyCharges', 'churn']].mean()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91153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Una vez asignados los clusters,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se agregan las variables originales (sin escalar) por grupo — esto traduce centroides abstractos en descripciones legibles.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Ejemplo esperado: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un cluster de "clientes nuevos con cargos altos y contrato mes a mes" probablemente coincidirá con el segmento de mayor riesgo de churn identificado en el EDA.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 CENTROIDES NUMÉRICOS A BUYER PERSONAS, PERFILES DE RIESGO O TIPO DE AUDIENCIAS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Traducción en personas / segmentos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0190"/>
                <a:gridCol w="600134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Cluster (ejemplo)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Traducción de negocio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Tenure bajo, cargo alto, mes a mes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"Cliente en riesgo — captar en primeros 90 días"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Tenure alto, cargo moderado, contrato 2 años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"Cliente leal — candidato a programa de fidelización"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Tenure medio, múltiples servicios contratados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"Cliente de alto valor — foco de upselling"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53712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El clustering no reemplaza al juicio de negocio: lo alimenta con evidencia estadística que antes no existía.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REDUCCIÓN DE DIMENSIONALIDAD ORIENTADA A LA PRESENTACIÓN DE GRUPOS — SALIDA REAL DE 7_CLUSTERING.IPYNB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Visualización de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77947" y="1783080"/>
            <a:ext cx="4435800" cy="384048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_Clustering_im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251" y="1929384"/>
            <a:ext cx="4143192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150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6B5F4E"/>
                </a:solidFill>
                <a:latin typeface="Calibri"/>
              </a:rPr>
              <a:t>PCA proyecta el espacio de múltiples variables a 2 dimensiones — se pierde parte de la información original, pero se gana comunicabilidad ante una audiencia no técnica.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AGRUPAMIENTO DE PACIENTES POR SÍNTOMAS, CARTERAS DE CRÉDITO Y AUDIENCIAS DIGITALES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Casos de uso multisectoriales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763807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Aplicación de clustering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Salud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Agrupar pacientes por patrón de síntomas o comorbilidades para protocolos diferenciados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Finanzas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Segmentar carteras de crédito por perfil de riesgo no etiquetado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Comunicación / Marketing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Definir audiencias digitales por comportamiento de consumo, sin encuestas previas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INTEGRACIÓN DE ETIQUETAS DE CLUSTER EN EL DATASET PRINCIPAL PARA ENRIQUECER MODELOS SUPERVISADOS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8 · Clustering — Aprendizaje No Supervisado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05156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48840"/>
            <a:ext cx="1043604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df['cluster'] = clusters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1018001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La etiqueta de cluster puede usarse como una nueva variable predictora en los modelos de clasificación del Módulo 7-8.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1018001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Esto cierra un ciclo metodológico: lo no supervisado retroalimenta lo supervisado.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66360"/>
            <a:ext cx="1018001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Siguiente módulo: Redes Neuronales — un enfoque de modelamiento fundamentalmente distinto para el mismo problema de churn.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